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6C63FF"/>
                </a:solidFill>
              </a:rPr>
              <a:t>LearnAI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461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AI-Powered Interactive Learning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CSCI 379  ·  Final Project  · 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256032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</a:rPr>
              <a:t>Enter any topic.
Get a full story.
Learn by doing.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46634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D3EE"/>
                </a:solidFill>
              </a:rPr>
              <a:t>Stories  →  Chapters  →  Scenes  →  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LearnAI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22D3EE"/>
                </a:solidFill>
              </a:rPr>
              <a:t>● </a:t>
            </a:r>
            <a:r>
              <a:rPr sz="1900">
                <a:solidFill>
                  <a:srgbClr val="FFFFFF"/>
                </a:solidFill>
              </a:rPr>
              <a:t>User enters any topic (e.g. "Data Structures")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D3EE"/>
                </a:solidFill>
              </a:rPr>
              <a:t>● </a:t>
            </a:r>
            <a:r>
              <a:rPr sz="1900">
                <a:solidFill>
                  <a:srgbClr val="FFFFFF"/>
                </a:solidFill>
              </a:rPr>
              <a:t>AI generates a structured story: 2 chapters, 2 scenes each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D3EE"/>
                </a:solidFill>
              </a:rPr>
              <a:t>● </a:t>
            </a:r>
            <a:r>
              <a:rPr sz="1900">
                <a:solidFill>
                  <a:srgbClr val="FFFFFF"/>
                </a:solidFill>
              </a:rPr>
              <a:t>Each scene has 3 quests — multiple choice, fill-in-the-blank, short answer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D3EE"/>
                </a:solidFill>
              </a:rPr>
              <a:t>● </a:t>
            </a:r>
            <a:r>
              <a:rPr sz="1900">
                <a:solidFill>
                  <a:srgbClr val="FFFFFF"/>
                </a:solidFill>
              </a:rPr>
              <a:t>Complete a scene to earn XP and unlock the next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4630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22D3EE"/>
                </a:solidFill>
              </a:rPr>
              <a:t>● </a:t>
            </a:r>
            <a:r>
              <a:rPr sz="1900">
                <a:solidFill>
                  <a:srgbClr val="FFFFFF"/>
                </a:solidFill>
              </a:rPr>
              <a:t>Profile page tracks XP over time with a Chart.js line chart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D3EE"/>
                </a:solidFill>
              </a:rPr>
              <a:t>● </a:t>
            </a:r>
            <a:r>
              <a:rPr sz="1900">
                <a:solidFill>
                  <a:srgbClr val="FFFFFF"/>
                </a:solidFill>
              </a:rPr>
              <a:t>EN / ES language toggle (Gettext i18n)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D3EE"/>
                </a:solidFill>
              </a:rPr>
              <a:t>● </a:t>
            </a:r>
            <a:r>
              <a:rPr sz="1900">
                <a:solidFill>
                  <a:srgbClr val="FFFFFF"/>
                </a:solidFill>
              </a:rPr>
              <a:t>Google OAuth + magic-link email login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D3EE"/>
                </a:solidFill>
              </a:rPr>
              <a:t>● </a:t>
            </a:r>
            <a:r>
              <a:rPr sz="1900">
                <a:solidFill>
                  <a:srgbClr val="FFFFFF"/>
                </a:solidFill>
              </a:rPr>
              <a:t>Upload a .txt/.md reference doc to bias the AI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828800"/>
            <a:ext cx="7589520" cy="25603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01168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6C63FF"/>
                </a:solidFill>
              </a:rPr>
              <a:t>🎬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2004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FBBF24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Register / log in with Google OAuth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BBF24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Create a new story — watch real-time generation progress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BBF24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Complete a scene (multiple choice → fill-blank → short answer)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BBF24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View XP chart on Profile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FBBF24"/>
                </a:solidFill>
              </a:rPr>
              <a:t>● </a:t>
            </a:r>
            <a:r>
              <a:rPr sz="1800">
                <a:solidFill>
                  <a:srgbClr val="FFFFFF"/>
                </a:solidFill>
              </a:rPr>
              <a:t>Toggle EN ↔ ES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Must-Haves  (19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000">
                <a:solidFill>
                  <a:srgbClr val="34D399"/>
                </a:solidFill>
              </a:rPr>
              <a:t>✓ </a:t>
            </a:r>
            <a:r>
              <a:rPr sz="2000">
                <a:solidFill>
                  <a:srgbClr val="FFFFFF"/>
                </a:solidFill>
              </a:rPr>
              <a:t>LiveView Auth — routes secured by Scope / on_mount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34D399"/>
                </a:solidFill>
              </a:rPr>
              <a:t>✓ </a:t>
            </a:r>
            <a:r>
              <a:rPr sz="2000">
                <a:solidFill>
                  <a:srgbClr val="FFFFFF"/>
                </a:solidFill>
              </a:rPr>
              <a:t>LiveView Real-time — PubSub story-generation progress bar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34D399"/>
                </a:solidFill>
              </a:rPr>
              <a:t>✓ </a:t>
            </a:r>
            <a:r>
              <a:rPr sz="2000">
                <a:solidFill>
                  <a:srgbClr val="FFFFFF"/>
                </a:solidFill>
              </a:rPr>
              <a:t>≥5 new functional components with attrs + styling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34D399"/>
                </a:solidFill>
              </a:rPr>
              <a:t>✓ </a:t>
            </a:r>
            <a:r>
              <a:rPr sz="2000">
                <a:solidFill>
                  <a:srgbClr val="FFFFFF"/>
                </a:solidFill>
              </a:rPr>
              <a:t>≥2 components replace JS behaviour (dark-mode toggle, lang toggle)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34D399"/>
                </a:solidFill>
              </a:rPr>
              <a:t>✓ </a:t>
            </a:r>
            <a:r>
              <a:rPr sz="2000">
                <a:solidFill>
                  <a:srgbClr val="FFFFFF"/>
                </a:solidFill>
              </a:rPr>
              <a:t>Transition animations — modals, navbar dropdowns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34D399"/>
                </a:solidFill>
              </a:rPr>
              <a:t>✓ </a:t>
            </a:r>
            <a:r>
              <a:rPr sz="2000">
                <a:solidFill>
                  <a:srgbClr val="FFFFFF"/>
                </a:solidFill>
              </a:rPr>
              <a:t>Dark Mode — functional toggle, &gt;90% coverage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34D399"/>
                </a:solidFill>
              </a:rPr>
              <a:t>✓ </a:t>
            </a:r>
            <a:r>
              <a:rPr sz="2000">
                <a:solidFill>
                  <a:srgbClr val="FFFFFF"/>
                </a:solidFill>
              </a:rPr>
              <a:t>Mobile-first / breakpoints — no horizontal scroll at 320px</a:t>
            </a:r>
          </a:p>
          <a:p>
            <a:pPr>
              <a:spcAft>
                <a:spcPts val="500"/>
              </a:spcAft>
            </a:pPr>
            <a:r>
              <a:rPr sz="2000">
                <a:solidFill>
                  <a:srgbClr val="34D399"/>
                </a:solidFill>
              </a:rPr>
              <a:t>✓ </a:t>
            </a:r>
            <a:r>
              <a:rPr sz="2000">
                <a:solidFill>
                  <a:srgbClr val="FFFFFF"/>
                </a:solidFill>
              </a:rPr>
              <a:t>≥40% test coverage — all tests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Chosen Optional Items  (7 × 3 pts = 21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34D399"/>
                </a:solidFill>
              </a:rPr>
              <a:t>✓ </a:t>
            </a:r>
            <a:r>
              <a:rPr sz="1900">
                <a:solidFill>
                  <a:srgbClr val="FFFFFF"/>
                </a:solidFill>
              </a:rPr>
              <a:t>Google OAuth — Ueberauth + phx.gen.auth side-by-side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34D399"/>
                </a:solidFill>
              </a:rPr>
              <a:t>✓ </a:t>
            </a:r>
            <a:r>
              <a:rPr sz="1900">
                <a:solidFill>
                  <a:srgbClr val="FFFFFF"/>
                </a:solidFill>
              </a:rPr>
              <a:t>Associative Schemas — Story→Chapter→Scene→Quest (1:n chain);  User↔Scene via scene_completions (n:m)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34D399"/>
                </a:solidFill>
              </a:rPr>
              <a:t>✓ </a:t>
            </a:r>
            <a:r>
              <a:rPr sz="1900">
                <a:solidFill>
                  <a:srgbClr val="FFFFFF"/>
                </a:solidFill>
              </a:rPr>
              <a:t>Embedded Schemas — Quest.options uses embeds_many Quest.Option stored as JSONB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34D399"/>
                </a:solidFill>
              </a:rPr>
              <a:t>✓ </a:t>
            </a:r>
            <a:r>
              <a:rPr sz="1900">
                <a:solidFill>
                  <a:srgbClr val="FFFFFF"/>
                </a:solidFill>
              </a:rPr>
              <a:t>File Uploads — .txt / .md reference doc appended to AI prompt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34D399"/>
                </a:solidFill>
              </a:rPr>
              <a:t>✓ </a:t>
            </a:r>
            <a:r>
              <a:rPr sz="1900">
                <a:solidFill>
                  <a:srgbClr val="FFFFFF"/>
                </a:solidFill>
              </a:rPr>
              <a:t>Displaying Charts — Chart.js cumulative XP line chart on Profile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34D399"/>
                </a:solidFill>
              </a:rPr>
              <a:t>✓ </a:t>
            </a:r>
            <a:r>
              <a:rPr sz="1900">
                <a:solidFill>
                  <a:srgbClr val="FFFFFF"/>
                </a:solidFill>
              </a:rPr>
              <a:t>Mailer for Transactional Emails — welcome + magic-link via Swoosh (visible at /dev/mailbox)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34D399"/>
                </a:solidFill>
              </a:rPr>
              <a:t>✓ </a:t>
            </a:r>
            <a:r>
              <a:rPr sz="1900">
                <a:solidFill>
                  <a:srgbClr val="FFFFFF"/>
                </a:solidFill>
              </a:rPr>
              <a:t>Internationalization — ≥90% translated into Spanish via Gettext; EN/ES session toggle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Architecture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D3EE"/>
                </a:solidFill>
              </a:rPr>
              <a:t>AI Port / Adapter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GeneratorPort  (behaviour)
  generate_story/1
  grade_answer/2
        ↓
  AI.ex  (façade — reads config)
   ├── OpenAIAdapter  (prod)
   └── StubAdapter    (dev/test)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D3EE"/>
                </a:solidFill>
              </a:rPr>
              <a:t>PubSub Real-time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202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Stories.create_story_async/2
  → Task.Supervisor spawns task
  → AI.generate_story/1
  → insert chapters/scenes/quests
  → PubSub.broadcast "story:{id}"
        ↓
StoryLive.New  handle_info/2
  → progress bar update
  → redirect on :story_ready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</a:rPr>
              <a:t>Lesson Learned 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From class: LiveView is the server,
not the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My first instinct for the quiz flow was to write JavaScript to manage state (current question, answer, phase). I built half of it before realising LiveView already owns the state on the server — I only needed to send events and re-render.
Cutting the JS dropped ~80 lines and made the whole quiz flow testable with standard ExUnit + LiveView test helpers — no browser automation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</a:rPr>
              <a:t>Takeaway: reach for a LiveView event before reaching for JavaScript.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4552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</a:rPr>
              <a:t>Lesson Learned 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From the project: isolate the thing
you can't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The OpenAI API is slow, expensive, and non-deterministic — impossible to test against directly. Hiding it behind a GeneratorPort behaviour meant I could write a StubAdapter that returns hardcoded Roman Empire data in milliseconds. Every context test, every LiveView test runs against the stub — zero API calls, zero flakiness.
The same pattern would work for any external dependency: payment provider, third-party API, even the database. Define a behaviour first; the real adapter is just one implementation of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D3EE"/>
                </a:solidFill>
              </a:rPr>
              <a:t>Takeaway: one behaviour + two adapters turns an external dependency into a seam you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6C63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3375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21945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>
                <a:solidFill>
                  <a:srgbClr val="34D399"/>
                </a:solidFill>
              </a:rPr>
              <a:t>● </a:t>
            </a:r>
            <a:r>
              <a:rPr sz="2400">
                <a:solidFill>
                  <a:srgbClr val="FFFFFF"/>
                </a:solidFill>
              </a:rPr>
              <a:t>19 / 19  must-have points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34D399"/>
                </a:solidFill>
              </a:rPr>
              <a:t>● </a:t>
            </a:r>
            <a:r>
              <a:rPr sz="2400">
                <a:solidFill>
                  <a:srgbClr val="FFFFFF"/>
                </a:solidFill>
              </a:rPr>
              <a:t>21 / 21  optional points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34D399"/>
                </a:solidFill>
              </a:rPr>
              <a:t>● </a:t>
            </a:r>
            <a:r>
              <a:rPr sz="2400">
                <a:solidFill>
                  <a:srgbClr val="FFFFFF"/>
                </a:solidFill>
              </a:rPr>
              <a:t>Full test suite passing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34D399"/>
                </a:solidFill>
              </a:rPr>
              <a:t>● </a:t>
            </a:r>
            <a:r>
              <a:rPr sz="2400">
                <a:solidFill>
                  <a:srgbClr val="FFFFFF"/>
                </a:solidFill>
              </a:rPr>
              <a:t>Real AI  ·  Real emails  ·  Real OAuth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